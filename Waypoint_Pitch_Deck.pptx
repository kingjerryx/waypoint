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789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040A14"/>
          </a:solidFill>
          <a:ln w="12700">
            <a:solidFill>
              <a:srgbClr val="040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23360" y="0"/>
            <a:ext cx="36576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-1645920"/>
            <a:ext cx="4114800" cy="4114800"/>
          </a:xfrm>
          <a:prstGeom prst="ellipse">
            <a:avLst/>
          </a:prstGeom>
          <a:solidFill>
            <a:srgbClr val="00C8FF">
              <a:alpha val="12000"/>
            </a:srgb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23760" y="-1005840"/>
            <a:ext cx="2926080" cy="2926080"/>
          </a:xfrm>
          <a:prstGeom prst="ellipse">
            <a:avLst/>
          </a:prstGeom>
          <a:solidFill>
            <a:srgbClr val="00C8FF">
              <a:alpha val="7000"/>
            </a:srgb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06240" y="914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06240" y="1261872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4206240" y="23591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anything.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206240" y="27432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result.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06240" y="4069080"/>
            <a:ext cx="4572000" cy="13716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Jerry Chen &amp; Nyan Lin Htet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88720" y="1325880"/>
            <a:ext cx="1645920" cy="16459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25880" y="1463040"/>
            <a:ext cx="1371600" cy="1371600"/>
          </a:xfrm>
          <a:prstGeom prst="ellipse">
            <a:avLst/>
          </a:prstGeom>
          <a:solidFill>
            <a:srgbClr val="040A14"/>
          </a:solidFill>
          <a:ln w="12700">
            <a:solidFill>
              <a:srgbClr val="040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572768" y="1709928"/>
            <a:ext cx="877824" cy="87782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288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Browser Automation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Intelligence Is Trapped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 spend hours every day on tasks that should take seconds.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3716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51760" cy="2633472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6576" cy="263347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78308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21792" y="2377440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tasks are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repetitive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3191256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flights, scraping prices, filling forms, monitoring pages — everyone does them, nobody likes them.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64408" y="1600200"/>
            <a:ext cx="2651760" cy="2633472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64408" y="1600200"/>
            <a:ext cx="36576" cy="263347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178308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29000" y="2377440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requires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191256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Selenium, Playwright, Zapier all need technical setup. They break when sites change. Non-technical users are locked out.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71616" y="1600200"/>
            <a:ext cx="2651760" cy="2633472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71616" y="1600200"/>
            <a:ext cx="36576" cy="2633472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36208" y="178308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36208" y="2377440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talk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don't act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36208" y="3191256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tells you what flight to book — but you still have to book it yourself. Results die on your screen.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657600" y="1883664"/>
            <a:ext cx="1828800" cy="5029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browser agent that executes any web task in natural language —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makes the result a permanent, shareable link anyone can see.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3063240"/>
            <a:ext cx="2423160" cy="1005840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" y="3063240"/>
            <a:ext cx="2423160" cy="5029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5528" y="3200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Website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353872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site, no integrations needed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47872" y="3063240"/>
            <a:ext cx="2423160" cy="1005840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47872" y="3063240"/>
            <a:ext cx="2423160" cy="5029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85032" y="3200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85032" y="353872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describe the task in plain English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37376" y="3063240"/>
            <a:ext cx="2423160" cy="1005840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37376" y="3063240"/>
            <a:ext cx="2423160" cy="5029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74536" y="3200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Results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74536" y="353872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 — anyone can view the output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548640"/>
          </a:xfrm>
          <a:prstGeom prst="rect">
            <a:avLst/>
          </a:prstGeom>
          <a:solidFill>
            <a:srgbClr val="112038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7955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Find the cheapest nonstop one-way flight from BOS to SJU next week for one person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53712" y="1783080"/>
            <a:ext cx="914" cy="201168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920240" cy="548640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0352" y="2103120"/>
            <a:ext cx="347472" cy="34747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0976" y="2084832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Google Flights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2286000"/>
            <a:ext cx="109728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87168" y="2011680"/>
            <a:ext cx="1920240" cy="548640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0" y="2103120"/>
            <a:ext cx="347472" cy="34747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032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80944" y="2084832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One way, BOS to SJU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07408" y="2286000"/>
            <a:ext cx="109728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17136" y="2011680"/>
            <a:ext cx="1920240" cy="548640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90288" y="2103120"/>
            <a:ext cx="347472" cy="34747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90288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10912" y="2084832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dates, filtering Nonstop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37376" y="2286000"/>
            <a:ext cx="109728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47104" y="2011680"/>
            <a:ext cx="1920240" cy="548640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20256" y="2103120"/>
            <a:ext cx="347472" cy="34747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20256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0" y="2084832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ranking results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53712" y="2587752"/>
            <a:ext cx="914" cy="201168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2816352"/>
            <a:ext cx="5943600" cy="658368"/>
          </a:xfrm>
          <a:prstGeom prst="rect">
            <a:avLst/>
          </a:prstGeom>
          <a:solidFill>
            <a:srgbClr val="082214"/>
          </a:solidFill>
          <a:ln w="1905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" y="2907792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 Airlines  |  BOS to SJU  |  Fri Jan 17  |  $89  |  Nonstop  |  3h 38m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37960" y="2816352"/>
            <a:ext cx="2148840" cy="658368"/>
          </a:xfrm>
          <a:prstGeom prst="rect">
            <a:avLst/>
          </a:prstGeom>
          <a:solidFill>
            <a:srgbClr val="112038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29400" y="2880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this result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29400" y="318211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waypoint.app/go/abc123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3639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code. No setup. Anyone with the link sees the result instantly.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977640"/>
            <a:ext cx="8229600" cy="804672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" y="40325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Activity Trace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Opening Google Flights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258568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Clicking One way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922776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Typing BOS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86984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Clicking airport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251192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Typing SJU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Waypoint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shared link is a distribution channel.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Waypoint grows without paid acquisition.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3931920" cy="1143000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6576" cy="11430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"Waypoint is to browser automation what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 is to screen recording — you do it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share it forever."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  |  Viral growth  |  Zero paid acquisition needed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39512" y="1280160"/>
            <a:ext cx="3017520" cy="3017520"/>
          </a:xfrm>
          <a:prstGeom prst="ellipse">
            <a:avLst/>
          </a:prstGeom>
          <a:solidFill>
            <a:srgbClr val="00C8FF">
              <a:alpha val="9000"/>
            </a:srgbClr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89904" y="2313432"/>
            <a:ext cx="1316736" cy="950976"/>
          </a:xfrm>
          <a:prstGeom prst="ellipse">
            <a:avLst/>
          </a:prstGeom>
          <a:solidFill>
            <a:srgbClr val="0A1628"/>
          </a:solidFill>
          <a:ln w="254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89904" y="255117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978408"/>
            <a:ext cx="877824" cy="603504"/>
          </a:xfrm>
          <a:prstGeom prst="rect">
            <a:avLst/>
          </a:prstGeom>
          <a:solidFill>
            <a:srgbClr val="112038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978408"/>
            <a:ext cx="877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runs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744276" y="2020936"/>
            <a:ext cx="877824" cy="603504"/>
          </a:xfrm>
          <a:prstGeom prst="rect">
            <a:avLst/>
          </a:prstGeom>
          <a:solidFill>
            <a:srgbClr val="112038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44276" y="2020936"/>
            <a:ext cx="877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link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196187" y="3707780"/>
            <a:ext cx="877824" cy="603504"/>
          </a:xfrm>
          <a:prstGeom prst="rect">
            <a:avLst/>
          </a:prstGeom>
          <a:solidFill>
            <a:srgbClr val="112038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96187" y="3707780"/>
            <a:ext cx="877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with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web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422533" y="3707780"/>
            <a:ext cx="877824" cy="603504"/>
          </a:xfrm>
          <a:prstGeom prst="rect">
            <a:avLst/>
          </a:prstGeom>
          <a:solidFill>
            <a:srgbClr val="112038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22533" y="3707780"/>
            <a:ext cx="877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874444" y="2020936"/>
            <a:ext cx="877824" cy="603504"/>
          </a:xfrm>
          <a:prstGeom prst="rect">
            <a:avLst/>
          </a:prstGeom>
          <a:solidFill>
            <a:srgbClr val="112038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74444" y="2020936"/>
            <a:ext cx="877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run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063240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26464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221284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Task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724912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what you want in plain English. No code, no configuration, no templates.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" y="3767328"/>
            <a:ext cx="2395728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380390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cheapest nonstop flight BOS to SJU next week"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8960" y="2811780"/>
            <a:ext cx="155448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64408" y="1280160"/>
            <a:ext cx="2651760" cy="3063240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64408" y="1280160"/>
            <a:ext cx="265176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47288" y="1426464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3447288" y="221284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Executes 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47288" y="2724912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agent controls a real browser — clicking, typing, navigating, reading pages just like a human.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92424" y="3767328"/>
            <a:ext cx="2395728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65576" y="380390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Playwright on a real Chromium browser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16168" y="2811780"/>
            <a:ext cx="155448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71616" y="1280160"/>
            <a:ext cx="2651760" cy="3063240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71616" y="1280160"/>
            <a:ext cx="2651760" cy="54864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1426464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6254496" y="221284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Answer &amp; Share It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54496" y="2724912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structured result instantly. One click gives you a permanent shareable link — no login required to view.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99632" y="3767328"/>
            <a:ext cx="2395728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72784" y="380390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waypoint.app/go/abc123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Platform-Sized Market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sits at the intersection of automation, AI, and knowledge sharing.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3716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2651760" cy="2606040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36576" cy="26060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828800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$13B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621792" y="274320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Market Today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1792" y="3145536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Process Automation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$50B+ by 2030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1664208"/>
            <a:ext cx="2651760" cy="2606040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64408" y="1664208"/>
            <a:ext cx="36576" cy="26060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$30B+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429000" y="274320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Sharing Tools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29000" y="3145536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Notion, Loom, Confluence and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$20B+ combined market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71616" y="1664208"/>
            <a:ext cx="2651760" cy="2606040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71616" y="1664208"/>
            <a:ext cx="36576" cy="260604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36208" y="1828800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6236208" y="274320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 Hours Wasted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36208" y="3145536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 spend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their time 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web tasks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Else Closes the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9184" y="1298448"/>
            <a:ext cx="2377440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74904" y="12984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06624" y="1298448"/>
            <a:ext cx="1078992" cy="384048"/>
          </a:xfrm>
          <a:prstGeom prst="rect">
            <a:avLst/>
          </a:prstGeom>
          <a:solidFill>
            <a:srgbClr val="00C8FF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52344" y="1298448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85616" y="1298448"/>
            <a:ext cx="1078992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31336" y="1298448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64608" y="1298448"/>
            <a:ext cx="1078992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0328" y="1298448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0" y="1298448"/>
            <a:ext cx="1316736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89320" y="1298448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(OpenAI)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260336" y="1298448"/>
            <a:ext cx="987552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06056" y="129844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" y="1682496"/>
            <a:ext cx="2377440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" y="16824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06624" y="1682496"/>
            <a:ext cx="1078992" cy="384048"/>
          </a:xfrm>
          <a:prstGeom prst="rect">
            <a:avLst/>
          </a:prstGeom>
          <a:solidFill>
            <a:srgbClr val="071B2E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06624" y="168249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85616" y="1682496"/>
            <a:ext cx="1078992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85616" y="168249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64608" y="1682496"/>
            <a:ext cx="1078992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64608" y="168249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0" y="1682496"/>
            <a:ext cx="1316736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0" y="168249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60336" y="1682496"/>
            <a:ext cx="987552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60336" y="168249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9184" y="2066544"/>
            <a:ext cx="2377440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0624" y="20665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website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06624" y="2066544"/>
            <a:ext cx="1078992" cy="384048"/>
          </a:xfrm>
          <a:prstGeom prst="rect">
            <a:avLst/>
          </a:prstGeom>
          <a:solidFill>
            <a:srgbClr val="071B2E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06624" y="206654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85616" y="2066544"/>
            <a:ext cx="1078992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85616" y="206654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64608" y="2066544"/>
            <a:ext cx="1078992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64608" y="206654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0" y="2066544"/>
            <a:ext cx="1316736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3600" y="2066544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260336" y="2066544"/>
            <a:ext cx="987552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260336" y="2066544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" y="2450592"/>
            <a:ext cx="2377440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20624" y="24505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browser (not API)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06624" y="2450592"/>
            <a:ext cx="1078992" cy="384048"/>
          </a:xfrm>
          <a:prstGeom prst="rect">
            <a:avLst/>
          </a:prstGeom>
          <a:solidFill>
            <a:srgbClr val="071B2E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06624" y="245059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785616" y="2450592"/>
            <a:ext cx="1078992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785616" y="245059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864608" y="2450592"/>
            <a:ext cx="1078992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64608" y="245059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943600" y="2450592"/>
            <a:ext cx="1316736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943600" y="245059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260336" y="2450592"/>
            <a:ext cx="987552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260336" y="245059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29184" y="2834640"/>
            <a:ext cx="2377440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20624" y="2834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result links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06624" y="2834640"/>
            <a:ext cx="1078992" cy="384048"/>
          </a:xfrm>
          <a:prstGeom prst="rect">
            <a:avLst/>
          </a:prstGeom>
          <a:solidFill>
            <a:srgbClr val="071B2E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706624" y="283464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3785616" y="2834640"/>
            <a:ext cx="1078992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785616" y="283464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864608" y="2834640"/>
            <a:ext cx="1078992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64608" y="283464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943600" y="2834640"/>
            <a:ext cx="1316736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943600" y="28346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7260336" y="2834640"/>
            <a:ext cx="987552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260336" y="283464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329184" y="3218688"/>
            <a:ext cx="2377440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20624" y="32186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activity trace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706624" y="3218688"/>
            <a:ext cx="1078992" cy="384048"/>
          </a:xfrm>
          <a:prstGeom prst="rect">
            <a:avLst/>
          </a:prstGeom>
          <a:solidFill>
            <a:srgbClr val="071B2E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706624" y="321868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3785616" y="3218688"/>
            <a:ext cx="1078992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785616" y="321868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4864608" y="3218688"/>
            <a:ext cx="1078992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864608" y="321868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5943600" y="3218688"/>
            <a:ext cx="1316736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943600" y="3218688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7260336" y="3218688"/>
            <a:ext cx="987552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260336" y="3218688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329184" y="3602736"/>
            <a:ext cx="2377440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20624" y="36027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706624" y="3602736"/>
            <a:ext cx="1078992" cy="384048"/>
          </a:xfrm>
          <a:prstGeom prst="rect">
            <a:avLst/>
          </a:prstGeom>
          <a:solidFill>
            <a:srgbClr val="071B2E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706624" y="360273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3785616" y="3602736"/>
            <a:ext cx="1078992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785616" y="360273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4864608" y="3602736"/>
            <a:ext cx="1078992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864608" y="360273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5943600" y="3602736"/>
            <a:ext cx="1316736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5943600" y="360273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7260336" y="3602736"/>
            <a:ext cx="987552" cy="384048"/>
          </a:xfrm>
          <a:prstGeom prst="rect">
            <a:avLst/>
          </a:prstGeom>
          <a:solidFill>
            <a:srgbClr val="0D1F3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7260336" y="360273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329184" y="3986784"/>
            <a:ext cx="2377440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420624" y="39867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 / viral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2706624" y="3986784"/>
            <a:ext cx="1078992" cy="384048"/>
          </a:xfrm>
          <a:prstGeom prst="rect">
            <a:avLst/>
          </a:prstGeom>
          <a:solidFill>
            <a:srgbClr val="071B2E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2706624" y="398678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3785616" y="3986784"/>
            <a:ext cx="1078992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785616" y="398678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4864608" y="3986784"/>
            <a:ext cx="1078992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864608" y="398678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5943600" y="3986784"/>
            <a:ext cx="1316736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5943600" y="3986784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7260336" y="3986784"/>
            <a:ext cx="987552" cy="384048"/>
          </a:xfrm>
          <a:prstGeom prst="rect">
            <a:avLst/>
          </a:prstGeom>
          <a:solidFill>
            <a:srgbClr val="112038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7260336" y="3986784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329184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is the only AI browser agent with a social sharing layer — creating network effects and viral distribution.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Monetization Layers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usage-based pricing, growing into enterprise and API.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3716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2651760" cy="2926080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2651760" cy="54864"/>
          </a:xfrm>
          <a:prstGeom prst="rect">
            <a:avLst/>
          </a:prstGeom>
          <a:solidFill>
            <a:srgbClr val="7A9BBE"/>
          </a:solidFill>
          <a:ln w="12700">
            <a:solidFill>
              <a:srgbClr val="7A9B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19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8541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2852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2286000" cy="12802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236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automations / month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5295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shareable links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activity trace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to view results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315968"/>
            <a:ext cx="2286000" cy="201168"/>
          </a:xfrm>
          <a:prstGeom prst="rect">
            <a:avLst/>
          </a:prstGeom>
          <a:solidFill>
            <a:srgbClr val="0D1F35"/>
          </a:solidFill>
          <a:ln w="12700">
            <a:solidFill>
              <a:srgbClr val="7A9B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315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driver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64408" y="1664208"/>
            <a:ext cx="2651760" cy="2926080"/>
          </a:xfrm>
          <a:prstGeom prst="rect">
            <a:avLst/>
          </a:prstGeom>
          <a:solidFill>
            <a:srgbClr val="071E36"/>
          </a:solidFill>
          <a:ln w="254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64408" y="1664208"/>
            <a:ext cx="265176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47288" y="1819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47288" y="218541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3447288" y="2852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47288" y="3154680"/>
            <a:ext cx="2286000" cy="12802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47288" y="3236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automations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47288" y="35295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team-only links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47288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execution speed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47288" y="4114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automation chains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47288" y="4315968"/>
            <a:ext cx="2286000" cy="20116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47288" y="4315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revenue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71616" y="1664208"/>
            <a:ext cx="2651760" cy="2926080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71616" y="1664208"/>
            <a:ext cx="265176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54496" y="1819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54496" y="218541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6254496" y="2852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54496" y="3154680"/>
            <a:ext cx="2286000" cy="12802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54496" y="3236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browser fleet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54496" y="35295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&amp; audit logs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54496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 for developers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54496" y="4114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dedicated support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54496" y="4315968"/>
            <a:ext cx="2286000" cy="201168"/>
          </a:xfrm>
          <a:prstGeom prst="rect">
            <a:avLst/>
          </a:prstGeom>
          <a:solidFill>
            <a:srgbClr val="0D1F35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54496" y="4315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revenue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Built. Shipping. Scaling.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 working product. Here is what is done and what comes next.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3716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2651760" cy="2834640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36576" cy="283464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801368"/>
            <a:ext cx="713232" cy="27432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8013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221284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browser agent (Gemini + Playwright)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67004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task execution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" y="312724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activity trace &amp; screenshots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358444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result links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" y="404164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for CAPTCHAs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64408" y="1664208"/>
            <a:ext cx="2651760" cy="2834640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64408" y="1664208"/>
            <a:ext cx="36576" cy="28346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29000" y="1801368"/>
            <a:ext cx="713232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29000" y="18013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21284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(Render)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29000" y="267004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user onboarding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29000" y="312724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UI handling (dropdowns, forms)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29000" y="358444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performance hardening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71616" y="1664208"/>
            <a:ext cx="2651760" cy="2834640"/>
          </a:xfrm>
          <a:prstGeom prst="rect">
            <a:avLst/>
          </a:prstGeom>
          <a:solidFill>
            <a:srgbClr val="112038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71616" y="1664208"/>
            <a:ext cx="36576" cy="28346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36208" y="1801368"/>
            <a:ext cx="713232" cy="2743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36208" y="18013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36208" y="221284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&amp; Enterprise tier launch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36208" y="267004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API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36208" y="312724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workspaces &amp; private links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36208" y="358444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/ recurring automations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835</Words>
  <Application>Microsoft Office PowerPoint</Application>
  <PresentationFormat>On-screen Show (16:9)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Waypoint — Investor Pitch Deck</dc:title>
  <dc:subject>PptxGenJS Presentation</dc:subject>
  <dc:creator>Waypoint</dc:creator>
  <cp:lastModifiedBy>Jerry Chen</cp:lastModifiedBy>
  <cp:revision>3</cp:revision>
  <dcterms:created xsi:type="dcterms:W3CDTF">2026-03-09T01:28:13Z</dcterms:created>
  <dcterms:modified xsi:type="dcterms:W3CDTF">2026-03-09T01:34:10Z</dcterms:modified>
</cp:coreProperties>
</file>